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4C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Biodiversity and Environment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5 Science  •  Interactive Classroom Lesson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   🌱   🐦   💧   ☀️   🌳   🔬   ♻️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Achievements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completing this unit, I will be able to...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environment and its components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14884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physical and biotic environment components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" y="301752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154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conservation of environment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20040" y="388620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environment-friendly behaviour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09160" y="128016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46304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4960" y="1417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conservation of soil, water and forest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709160" y="214884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3172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9496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interrelationship among plants, animals and microorganisms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709160" y="301752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00400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3154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relationship of the ecosystem and terrestrial ecosystems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4709160" y="388620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69080"/>
            <a:ext cx="41148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94960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preliminary knowledge of the ecosystem and its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Words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91440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Varieties and numbers of plants and animals living in a habitat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16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Environment-friendly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31673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that cause minimum or no harm to the environment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190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71907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wastes into usable materials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Micro-organisms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12140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organisms not visible to naked eyes (seen under microscope)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23744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237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Afforestation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52374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 of trees on barren land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26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Deforestation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29260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 of removing trees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328416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332841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and animals of an area interacting with the environment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Abiotic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73075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to the environment that is not living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133088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133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413308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Steplike landform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535424"/>
            <a:ext cx="2468880" cy="347472"/>
          </a:xfrm>
          <a:prstGeom prst="roundRect">
            <a:avLst>
              <a:gd name="adj" fmla="val 13158"/>
            </a:avLst>
          </a:prstGeom>
          <a:solidFill>
            <a:srgbClr val="1B433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5354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Fermentation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453542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breakdown of a substance by yeasts and other micro-organisms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801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4C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variety of life on Earth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Biodiversity?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is a dwelling place for different types of living organisms including human beings.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600200"/>
            <a:ext cx="914400" cy="914400"/>
          </a:xfrm>
          <a:prstGeom prst="ellipse">
            <a:avLst/>
          </a:prstGeom>
          <a:solidFill>
            <a:srgbClr val="8B5E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83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types of animals live on Earth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06240" y="160020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2900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kinds of plants grow around us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600200"/>
            <a:ext cx="914400" cy="914400"/>
          </a:xfrm>
          <a:prstGeom prst="ellipse">
            <a:avLst/>
          </a:prstGeom>
          <a:solidFill>
            <a:srgbClr val="7B2C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830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Microorganisms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0936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living things we cannot see with naked eyes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520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D8F3DC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Biodiversity (Biological Diversity)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uniqueness or differences among living organisms in physical structure, habitat and food is called biodiversity. You also find such differences in natural, social and cultural aspects of a place.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4.1  •  Are We Exactly Alike?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yourself with a friend. Think – Discuss – Answer: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3560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35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look exactly alike?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7568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of the same height?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1576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15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colour of your skin match exactly with that of your friend?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5584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55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246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size of your ear the same as your friend's?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99592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95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886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your eye colour match your friend's?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Discover?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all different!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54480" y="32004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difference or uniqueness in physical structure, habitat and food of living organisms. This uniqueness is called biodiversity (biological diversity).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801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4C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living and non-living surroundings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Environment?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surroundings on Earth is called the environment. It includes all living organisms and non-living factors.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02336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Factors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Plants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Animals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Microorganisms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Non-living Factors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Land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Water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💨 Air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Temperature &amp; Sunlight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and Its Major Parts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Earth is covered with water (Hydrosphere)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43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Earth is covered with land (Lithosphere)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65176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2834640"/>
            <a:ext cx="822960" cy="822960"/>
          </a:xfrm>
          <a:prstGeom prst="ellipse">
            <a:avLst/>
          </a:prstGeom>
          <a:solidFill>
            <a:srgbClr val="48CAE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718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11480" y="4114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Multilayered gaseous space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514600" y="265176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108960" y="2834640"/>
            <a:ext cx="822960" cy="82296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97180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0604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Hydrosphere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606040" y="4114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water on Earth's surface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09160" y="265176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303520" y="2834640"/>
            <a:ext cx="822960" cy="822960"/>
          </a:xfrm>
          <a:prstGeom prst="ellipse">
            <a:avLst/>
          </a:prstGeom>
          <a:solidFill>
            <a:srgbClr val="8B5E3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97180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0060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Lithosphere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800600" y="4114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(soil &amp; rocks)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903720" y="2651760"/>
            <a:ext cx="2057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498080" y="28346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971800"/>
            <a:ext cx="548640" cy="5486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Biosphere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995160" y="4114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where life exists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– Biodiversity and Environment</dc:title>
  <dc:subject>PptxGenJS Presentation</dc:subject>
  <dc:creator>Grade 5 Science</dc:creator>
  <cp:lastModifiedBy>Grade 5 Science</cp:lastModifiedBy>
  <cp:revision>1</cp:revision>
  <dcterms:created xsi:type="dcterms:W3CDTF">2026-09-09T04:19:09Z</dcterms:created>
  <dcterms:modified xsi:type="dcterms:W3CDTF">2026-09-09T04:19:09Z</dcterms:modified>
</cp:coreProperties>
</file>